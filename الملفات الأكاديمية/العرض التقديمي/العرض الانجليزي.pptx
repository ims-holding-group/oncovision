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436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29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025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E91E63">
                    <a:alpha val="13479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Previous Studies &amp; Comparison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57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3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00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22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543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721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2025-10-05T19:33:59Z</dcterms:created>
  <dcterms:modified xsi:type="dcterms:W3CDTF">2025-10-05T19:33:59Z</dcterms:modified>
</cp:coreProperties>
</file>