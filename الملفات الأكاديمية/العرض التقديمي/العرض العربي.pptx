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2150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1864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649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0293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722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rtl="1" indent="0" marL="0">
              <a:buNone/>
            </a:pPr>
            <a:r>
              <a:rPr lang="en-US" sz="2025" b="1" dirty="0">
                <a:solidFill>
                  <a:srgbClr val="E91E63">
                    <a:alpha val="16696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مجتمع المشروع والقيود</a:t>
            </a:r>
            <a:endParaRPr lang="en-US" sz="20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3579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721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88528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" y="228600"/>
            <a:ext cx="86868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rtl="1" indent="0" marL="0">
              <a:buNone/>
            </a:pPr>
            <a:r>
              <a:rPr lang="en-US" sz="2025" b="1" dirty="0">
                <a:solidFill>
                  <a:srgbClr val="E91E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واجهات المستخدم</a:t>
            </a:r>
            <a:endParaRPr lang="en-US" sz="2025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725" y="728663"/>
            <a:ext cx="4257675" cy="2366283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3209246"/>
            <a:ext cx="4257675" cy="4257675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248367" y="728663"/>
            <a:ext cx="42576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rtl="1" indent="0" marL="0">
              <a:buNone/>
            </a:pPr>
            <a:r>
              <a:rPr lang="en-US" sz="1350" b="1" dirty="0">
                <a:solidFill>
                  <a:srgbClr val="00BCD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واجهات النظام الرئيسية</a:t>
            </a:r>
            <a:endParaRPr lang="en-US" sz="1350" dirty="0"/>
          </a:p>
        </p:txBody>
      </p:sp>
      <p:sp>
        <p:nvSpPr>
          <p:cNvPr id="7" name="Shape 2"/>
          <p:cNvSpPr/>
          <p:nvPr/>
        </p:nvSpPr>
        <p:spPr>
          <a:xfrm>
            <a:off x="248367" y="1071563"/>
            <a:ext cx="4257675" cy="542925"/>
          </a:xfrm>
          <a:prstGeom prst="rect">
            <a:avLst/>
          </a:prstGeom>
          <a:solidFill>
            <a:srgbClr val="111827"/>
          </a:solidFill>
          <a:ln/>
        </p:spPr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9583" y="1185863"/>
            <a:ext cx="160734" cy="14287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2765981" y="1157288"/>
            <a:ext cx="143645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rtl="1" indent="0" marL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واجهة البداية (index.html)</a:t>
            </a:r>
            <a:endParaRPr lang="en-US" sz="942" dirty="0"/>
          </a:p>
        </p:txBody>
      </p:sp>
      <p:sp>
        <p:nvSpPr>
          <p:cNvPr id="10" name="Text 4"/>
          <p:cNvSpPr/>
          <p:nvPr/>
        </p:nvSpPr>
        <p:spPr>
          <a:xfrm>
            <a:off x="334092" y="1385888"/>
            <a:ext cx="40862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rtl="1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الصفحة الرئيسية للنظام مع نظرة عامة ووصول للوظائف الأساسية</a:t>
            </a:r>
            <a:endParaRPr lang="en-US" sz="732" dirty="0"/>
          </a:p>
        </p:txBody>
      </p:sp>
      <p:sp>
        <p:nvSpPr>
          <p:cNvPr id="11" name="Shape 5"/>
          <p:cNvSpPr/>
          <p:nvPr/>
        </p:nvSpPr>
        <p:spPr>
          <a:xfrm>
            <a:off x="248367" y="1700213"/>
            <a:ext cx="4257675" cy="542925"/>
          </a:xfrm>
          <a:prstGeom prst="rect">
            <a:avLst/>
          </a:prstGeom>
          <a:solidFill>
            <a:srgbClr val="111827"/>
          </a:solidFill>
          <a:ln/>
        </p:spPr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7442" y="1814513"/>
            <a:ext cx="142875" cy="142875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2584708" y="1785938"/>
            <a:ext cx="163558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rtl="1" indent="0" marL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شاشة التحليل (analyze.html)</a:t>
            </a:r>
            <a:endParaRPr lang="en-US" sz="942" dirty="0"/>
          </a:p>
        </p:txBody>
      </p:sp>
      <p:sp>
        <p:nvSpPr>
          <p:cNvPr id="14" name="Text 7"/>
          <p:cNvSpPr/>
          <p:nvPr/>
        </p:nvSpPr>
        <p:spPr>
          <a:xfrm>
            <a:off x="334092" y="2014538"/>
            <a:ext cx="40862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rtl="1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واجهة رفع صور الماموجرام وعرض نتائج التحليل مع تحديد الأورام المكتشفة</a:t>
            </a:r>
            <a:endParaRPr lang="en-US" sz="732" dirty="0"/>
          </a:p>
        </p:txBody>
      </p:sp>
      <p:sp>
        <p:nvSpPr>
          <p:cNvPr id="15" name="Shape 8"/>
          <p:cNvSpPr/>
          <p:nvPr/>
        </p:nvSpPr>
        <p:spPr>
          <a:xfrm>
            <a:off x="248367" y="2328863"/>
            <a:ext cx="4257675" cy="542925"/>
          </a:xfrm>
          <a:prstGeom prst="rect">
            <a:avLst/>
          </a:prstGeom>
          <a:solidFill>
            <a:srgbClr val="111827"/>
          </a:solidFill>
          <a:ln/>
        </p:spPr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7442" y="2443163"/>
            <a:ext cx="142875" cy="142875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2379102" y="2414588"/>
            <a:ext cx="184119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rtl="1" indent="0" marL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لوحة الإحصائيات (statistics.html)</a:t>
            </a:r>
            <a:endParaRPr lang="en-US" sz="942" dirty="0"/>
          </a:p>
        </p:txBody>
      </p:sp>
      <p:sp>
        <p:nvSpPr>
          <p:cNvPr id="18" name="Text 10"/>
          <p:cNvSpPr/>
          <p:nvPr/>
        </p:nvSpPr>
        <p:spPr>
          <a:xfrm>
            <a:off x="334092" y="2643188"/>
            <a:ext cx="40862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rtl="1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عرض إحصائيات الأداء والرسوم البيانية لتتبع دقة النموذج وتطوره</a:t>
            </a:r>
            <a:endParaRPr lang="en-US" sz="732" dirty="0"/>
          </a:p>
        </p:txBody>
      </p:sp>
      <p:sp>
        <p:nvSpPr>
          <p:cNvPr id="19" name="Text 11"/>
          <p:cNvSpPr/>
          <p:nvPr/>
        </p:nvSpPr>
        <p:spPr>
          <a:xfrm>
            <a:off x="318227" y="7695521"/>
            <a:ext cx="86868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rtl="1" indent="0" marL="0">
              <a:buNone/>
            </a:pPr>
            <a:r>
              <a:rPr lang="en-US" sz="1350" b="1" dirty="0">
                <a:solidFill>
                  <a:srgbClr val="00BCD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مميزات واجهة المستخدم</a:t>
            </a:r>
            <a:endParaRPr lang="en-US" sz="135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3213" y="8009846"/>
            <a:ext cx="160734" cy="214313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555250" y="8252733"/>
            <a:ext cx="167666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rtl="1" algn="ctr" indent="0" marL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تصميم متجاوب</a:t>
            </a:r>
            <a:endParaRPr lang="en-US" sz="942" dirty="0"/>
          </a:p>
        </p:txBody>
      </p:sp>
      <p:sp>
        <p:nvSpPr>
          <p:cNvPr id="22" name="Text 13"/>
          <p:cNvSpPr/>
          <p:nvPr/>
        </p:nvSpPr>
        <p:spPr>
          <a:xfrm>
            <a:off x="6555250" y="8481333"/>
            <a:ext cx="167666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rtl="1"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واجهة تعمل على مختلف أحجام الشاشات</a:t>
            </a:r>
            <a:endParaRPr lang="en-US" sz="732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22702" y="8009846"/>
            <a:ext cx="214313" cy="214313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3391881" y="8252733"/>
            <a:ext cx="227595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rtl="1" algn="ctr" indent="0" marL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سهولة الاستخدام</a:t>
            </a:r>
            <a:endParaRPr lang="en-US" sz="942" dirty="0"/>
          </a:p>
        </p:txBody>
      </p:sp>
      <p:sp>
        <p:nvSpPr>
          <p:cNvPr id="25" name="Text 15"/>
          <p:cNvSpPr/>
          <p:nvPr/>
        </p:nvSpPr>
        <p:spPr>
          <a:xfrm>
            <a:off x="3391881" y="8481333"/>
            <a:ext cx="227595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rtl="1"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واجهة بديهية تناسب المستخدمين من مختلف المستويات</a:t>
            </a:r>
            <a:endParaRPr lang="en-US" sz="732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77353" y="8009846"/>
            <a:ext cx="241102" cy="214313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1091342" y="8252733"/>
            <a:ext cx="141312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rtl="1" algn="ctr" indent="0" marL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سرعة الاستجابة</a:t>
            </a:r>
            <a:endParaRPr lang="en-US" sz="942" dirty="0"/>
          </a:p>
        </p:txBody>
      </p:sp>
      <p:sp>
        <p:nvSpPr>
          <p:cNvPr id="28" name="Text 17"/>
          <p:cNvSpPr/>
          <p:nvPr/>
        </p:nvSpPr>
        <p:spPr>
          <a:xfrm>
            <a:off x="1091342" y="8481333"/>
            <a:ext cx="141312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rtl="1"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معالجة سريعة وعرض فوري للنتائج</a:t>
            </a:r>
            <a:endParaRPr lang="en-US" sz="73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74866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391446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rtl="1" indent="0" marL="0">
              <a:buNone/>
            </a:pPr>
            <a:r>
              <a:rPr lang="en-US" sz="2025" b="1" dirty="0">
                <a:solidFill>
                  <a:srgbClr val="E91E63">
                    <a:alpha val="26022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نموذج YOLOv8</a:t>
            </a:r>
            <a:endParaRPr lang="en-US" sz="20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21506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2579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423643"/>
            <a:ext cx="8572500" cy="38576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rtl="1" indent="0" marL="0">
              <a:buNone/>
            </a:pPr>
            <a:r>
              <a:rPr lang="en-US" sz="2025" b="1" dirty="0">
                <a:solidFill>
                  <a:srgbClr val="E91E63">
                    <a:alpha val="3487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التوصيات والتطويرات المستقبلية</a:t>
            </a:r>
            <a:endParaRPr lang="en-US" sz="20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2025-10-05T19:35:44Z</dcterms:created>
  <dcterms:modified xsi:type="dcterms:W3CDTF">2025-10-05T19:35:44Z</dcterms:modified>
</cp:coreProperties>
</file>